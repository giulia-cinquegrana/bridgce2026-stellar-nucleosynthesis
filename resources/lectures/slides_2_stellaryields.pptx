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24"/>
    <p:restoredTop sz="94658"/>
  </p:normalViewPr>
  <p:slideViewPr>
    <p:cSldViewPr snapToGrid="0">
      <p:cViewPr varScale="1">
        <p:scale>
          <a:sx n="80" d="100"/>
          <a:sy n="80" d="100"/>
        </p:scale>
        <p:origin x="21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9273-A3F3-7C97-8DB4-31B9C0CC6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555B0-B079-9BC0-969C-6DE44F5CA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51167-CAC7-6BAC-3BA8-6CDA495A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49BAD-BCD6-3E8E-2921-79465A07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8146E-F93B-25F0-89DB-9885F042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3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271-56EF-C517-A087-B373EE91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C87AD-9C22-E894-DD90-886861609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C2842-BFDE-C0DE-CD2B-0375893E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38EE9-47C8-0CF5-A54B-57DF9E4E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7E11-9E41-2F50-4573-8A788ABA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5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6D2A-ABC9-AF00-7812-3342EC17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30C68-8ACC-0CD0-3A05-4907E0376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BB31E-938C-6742-EE9D-F83A138B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9A1E3-AF48-EC0C-E521-44AF8998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2FF5-F4DC-589A-2F5D-D92F3BF6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6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B4C5-4A40-04DD-8935-B8C9FB07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FAB95-9A6D-B930-86BE-EBCA4B0BE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BCECA-74A4-552A-3A1C-17A94F58D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DCB8E-E2BB-413A-0B5D-27D4AC1A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F8491-C742-E4CB-CAF1-BA2B36E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DF40C-8D5B-8B9D-BC93-88F50AF6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4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E329-E7A9-F87C-B4FE-47254DF7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0EDE2-B16A-7D4A-10E7-CD65B56CC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C92A1-2EA8-50A2-4D99-DF08AA858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A9F3D-769D-5F65-69EA-515EFEDB4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8C1BF-17AF-D674-40E8-39A15A29C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DD611-E45B-2D44-CE31-EEA58CA7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3969C-1FFB-E6CB-1056-2D434B82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2B7E8-3739-8136-FA65-2324B93D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5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5AB2-2006-DC36-E2CE-0516B6A5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02CE8-C05F-2BFB-6E26-0B425DF4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3DAEC-5B95-9A68-A723-61788022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3FE4C-1C86-8F33-F619-43BCDC9E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EFBBA-AA25-9D30-A49D-BADF0119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40D53-0C55-5F84-177F-FDCBC541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95CCA-8673-E6EB-D128-A90EAC4E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4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B3CB-AF04-4289-D6A6-46A711A4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065A0-8B93-073A-D419-0FB22F3B2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D2F67-A1E9-83C7-45E3-D6E242A92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849D8-DDBB-D5FE-E7BF-46527509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DCB38-EE67-B785-3A2A-FF0BC9CD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D9DDD-4485-DD6E-8168-F8C391FE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4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2447-F9E8-05A6-24CB-78F8862B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6929E-A886-BD56-FA9C-F306100B7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568DF-1736-190B-A04E-2D167CCB4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56EA0-D1B8-61EA-C1ED-9D10352FC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01809-29A4-FA09-9CF4-B8EE9994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F1E7C-A859-541F-F62A-DA9843D5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6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D0A8-DC01-FB5A-24E3-B6AFEA42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C6D80-E0FB-93C5-FC73-D6D4667D8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19A4F-2EFB-A551-D0F8-ADA4C26A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4381-B6A0-FDD1-D4F0-4A74102F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2C4D2-DFE9-47C2-7C08-B38943FD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2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415418-ED7C-D4E6-D02C-490FE93DA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BF5A0-4B88-5440-CB28-24BA27EC4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CA927-4328-AF4B-2CA4-5456AFFF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92561-9D3F-5632-DA6F-BA8E4A69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7A211-B75B-E819-31FE-AEF679CF6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8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962F8B-1D3F-F10A-EEC4-26C39C9A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27587-6879-CA6E-D89D-627309093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E9-655F-9EE6-19ED-F0BF76D6A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61561-15C9-4D48-9713-84D10383B7FC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9A52-DF1D-8E3F-8984-F0F2DAF0C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EBA29-2E8B-788F-DE44-B0596997E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82E0D-3F1C-B144-B9FD-74E0FFC52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0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8499-9130-8F1E-A293-6937F6D0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C21E39-FFA9-9F0C-6287-6FF3C38370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101" t="22834" r="9954" b="21151"/>
          <a:stretch>
            <a:fillRect/>
          </a:stretch>
        </p:blipFill>
        <p:spPr>
          <a:xfrm>
            <a:off x="5407224" y="1162347"/>
            <a:ext cx="1238973" cy="115381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5CCFD0C-DED8-2474-E561-EA9E1AA3F908}"/>
              </a:ext>
            </a:extLst>
          </p:cNvPr>
          <p:cNvSpPr txBox="1">
            <a:spLocks/>
          </p:cNvSpPr>
          <p:nvPr/>
        </p:nvSpPr>
        <p:spPr>
          <a:xfrm>
            <a:off x="1524000" y="4290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 Giulia Cinquegrana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Swinburne University of Technology, Melbourne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CE5C383-4876-3B18-A143-7F03D8117DBF}"/>
              </a:ext>
            </a:extLst>
          </p:cNvPr>
          <p:cNvSpPr txBox="1">
            <a:spLocks/>
          </p:cNvSpPr>
          <p:nvPr/>
        </p:nvSpPr>
        <p:spPr>
          <a:xfrm>
            <a:off x="1524000" y="144524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II. STELLAR YIELDS:</a:t>
            </a:r>
          </a:p>
          <a:p>
            <a:r>
              <a:rPr lang="en-US" sz="3000" dirty="0">
                <a:solidFill>
                  <a:srgbClr val="FFD5FB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An 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FB88B-0644-88F7-73FF-1CE8CC242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217" y="5115471"/>
            <a:ext cx="4473903" cy="64028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4F21B8A-E36F-CE92-FC6E-4A77B60EAC0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00B149-8532-97BC-FC45-4F6459B4B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E74A17E-B7A3-B0DF-B5DD-AF87E92E6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E17B08E-5543-8F2A-456C-88B98D286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BD91B62-1211-143E-0675-50F094D97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9CE7813-E1CE-F845-883C-DE2D7CB0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882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Catherine Cinquegrana</dc:creator>
  <cp:lastModifiedBy>Giulia Catherine Cinquegrana</cp:lastModifiedBy>
  <cp:revision>1</cp:revision>
  <dcterms:created xsi:type="dcterms:W3CDTF">2026-09-05T22:42:34Z</dcterms:created>
  <dcterms:modified xsi:type="dcterms:W3CDTF">2026-09-06T06:38:25Z</dcterms:modified>
</cp:coreProperties>
</file>